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room. Introduce yourself.</a:t>
            </a:r>
          </a:p>
          <a:p/>
          <a:p>
            <a:r>
              <a:t>Say: “This briefing explains the heart of CBC Supervision: a small program we install on each machine, how it talks securely to our central platform, and the screens operators use every morning.</a:t>
            </a:r>
          </a:p>
          <a:p/>
          <a:p>
            <a:r>
              <a:t>We will not cover plugins, remote actions, or automation — those come later. Today is the foundation.”</a:t>
            </a:r>
          </a:p>
          <a:p/>
          <a:p>
            <a:r>
              <a:t>Duration of the whole talk: about 25–30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four parts. Give timings:</a:t>
            </a:r>
          </a:p>
          <a:p/>
          <a:p>
            <a:r>
              <a:t>1. Overview — 3 min</a:t>
            </a:r>
          </a:p>
          <a:p>
            <a:r>
              <a:t>2. Core agent — 12 min  (the main part)</a:t>
            </a:r>
          </a:p>
          <a:p>
            <a:r>
              <a:t>3. Communication — 8 min</a:t>
            </a:r>
          </a:p>
          <a:p>
            <a:r>
              <a:t>4. Dashboard — 5 min</a:t>
            </a:r>
          </a:p>
          <a:p>
            <a:r>
              <a:t>Then questions.</a:t>
            </a:r>
          </a:p>
          <a:p/>
          <a:p>
            <a:r>
              <a:t>Emphasize: “If you remember only one thing: the agent always calls the platform. The platform never opens a port on the host.”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Do not dive into sprints or requirement IDs.</a:t>
            </a:r>
          </a:p>
          <a:p/>
          <a:p>
            <a:r>
              <a:t>Say: “We are replacing a patchwork of scripts with one supervised product. The intern work sits on Lot 1: collect metrics, show them, raise alerts. We are not remotely restarting services today.”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each block left to right: host → datacentre → operator.</a:t>
            </a:r>
          </a:p>
          <a:p/>
          <a:p>
            <a:r>
              <a:t>Say: “Data only flows this way for Lot 1. The dashboard never talks to the agent directly. It always asks the platform.”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Pause on “TLS 443 →”.</a:t>
            </a:r>
          </a:p>
          <a:p/>
          <a:p>
            <a:r>
              <a:t>Say: “The agent opens the connection. Nothing listens on the host for the platform. That is a security decision, not a shortcut.”</a:t>
            </a:r>
          </a:p>
          <a:p/>
          <a:p>
            <a:r>
              <a:t>Then read the out-of-scope box so the audience does not ask about plugins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pause. “This is the longest part of the briefing. The agent is small, but every later feature sits on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six cards slowly. The intern should be able to recite the first four from memory.</a:t>
            </a:r>
          </a:p>
          <a:p/>
          <a:p>
            <a:r>
              <a:t>Highlight: “If someone asks ‘can we SSH into the agent from the server?’ the answer is no. The agent calls us.”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distinction: machine_id is physical identity; agent_id is platform identity.</a:t>
            </a:r>
          </a:p>
          <a:p/>
          <a:p>
            <a:r>
              <a:t>Analogy: machine_id is the serial number on the chassis. agent_id + auth_key is the badge the reception desk prints on day one.</a:t>
            </a:r>
          </a:p>
          <a:p/>
          <a:p>
            <a:r>
              <a:t>If the same machine re-enrols, the platform finds it by machine_id and updates it instead of creating a duplicate.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payload of POST /api/agents/heartbeat.</a:t>
            </a:r>
          </a:p>
          <a:p/>
          <a:p>
            <a:r>
              <a:t>Do not mention plugin metric.v1 names here. Stay on these fields.</a:t>
            </a:r>
          </a:p>
          <a:p/>
          <a:p>
            <a:r>
              <a:t>Optional: “Services and watched files can be attached to the same heartbeat when CBC provides official lists (e.g. SWIFT). They are off by default.”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1→4. Mention the default heartbeat interval: 30 seconds (configurable).</a:t>
            </a:r>
          </a:p>
          <a:p/>
          <a:p>
            <a:r>
              <a:t>CPU uses a 1-second sample so the value is real, not a leftover 0%.</a:t>
            </a:r>
          </a:p>
          <a:p/>
          <a:p>
            <a:r>
              <a:t>Self-footprint is measured across the whole interval so we do not accidentally measure the agent while it is sleeping.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“Integration” in this briefing = how the agent is wired to the platform, not third-party tools.</a:t>
            </a:r>
          </a:p>
          <a:p/>
          <a:p>
            <a:r>
              <a:t>If asked about Mail API / LDAP: those are platform integrations, not agent integrations. Park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security boundary. A random laptop cannot join: it needs a token an admin issued.</a:t>
            </a:r>
          </a:p>
          <a:p/>
          <a:p>
            <a:r>
              <a:t>Token is single-use even if the machine was already known — that closed a reuse hole.</a:t>
            </a:r>
          </a:p>
          <a:p/>
          <a:p>
            <a:r>
              <a:t>After this, the agent is a named member of the fleet.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ping is a “present” tick on a classroom register. Heartbeat is the health form filled every 30 seconds.</a:t>
            </a:r>
          </a:p>
          <a:p/>
          <a:p>
            <a:r>
              <a:t>Why both? Presence should be faster than metric collection. A workstation going dark is detected on the ping cadence, without forcing a full psutil sample 6 times a minute.</a:t>
            </a:r>
          </a:p>
          <a:p/>
          <a:p>
            <a:r>
              <a:t>If ping or heartbeat returns 401/403, the agent drops its key and re-enrols.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Name: “degraded mode” / store-and-forward.</a:t>
            </a:r>
          </a:p>
          <a:p/>
          <a:p>
            <a:r>
              <a:t>Enrolment failures also buffer: the agent does not sit idle; it still collects locally.</a:t>
            </a:r>
          </a:p>
          <a:p/>
          <a:p>
            <a:r>
              <a:t>Do not over-promise: if the cap is hit, oldest data is dropped. 24 h / 500 MB is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“We now look at the same facts from the wire: URLs, payloads, and what the server does.”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plugin ingest (/api/ingest/metrics, /api/ingest/logs) unless someone asks — then say “exists, out of scope today.”</a:t>
            </a:r>
          </a:p>
          <a:p/>
          <a:p>
            <a:r>
              <a:t>Config ack: the heartbeat response can carry a new YAML overlay. The agent merges it, then acks the version. Core story: central config, not SSH to edit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mime this with your hands: left hand = agent, right hand = platform.</a:t>
            </a:r>
          </a:p>
          <a:p/>
          <a:p>
            <a:r>
              <a:t>Sequence A happens rarely. Sequence B is the product.</a:t>
            </a:r>
          </a:p>
          <a:p/>
          <a:p>
            <a:r>
              <a:t>Mention availability windows only if asked: workstations have office-hour calendars so overnight silence is not a critical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only “backend internals” slide. Keep it operational, not framework trivia.</a:t>
            </a:r>
          </a:p>
          <a:p/>
          <a:p>
            <a:r>
              <a:t>Postgres = source of truth for “who is the host” and “what is open”. Time-series = charts over hours/days.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“Last part, five minutes. Show the four screens an intern must recognise.”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a live demo, click these four routes. If not, stay on this slide.</a:t>
            </a:r>
          </a:p>
          <a:p/>
          <a:p>
            <a:r>
              <a:t>Sidebar groups: Exploiter (these four) is Lot 1 daily work. Analyser / Automatiser / Configurer are later or admin.</a:t>
            </a:r>
          </a:p>
          <a:p/>
          <a:p>
            <a:r>
              <a:t>Roles:</a:t>
            </a:r>
          </a:p>
          <a:p>
            <a:r>
              <a:t>• Admin — enrol, users, settings, revoke</a:t>
            </a:r>
          </a:p>
          <a:p>
            <a:r>
              <a:t>• Operator — triage, ack, diagnose</a:t>
            </a:r>
          </a:p>
          <a:p>
            <a:r>
              <a:t>• Viewer — read only</a:t>
            </a:r>
          </a:p>
          <a:p/>
          <a:p>
            <a:r>
              <a:t>Login is a CBC user (JWT), not an agent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four sentences slowly. Stop. Ask for questions.</a:t>
            </a:r>
          </a:p>
          <a:p/>
          <a:p>
            <a:r>
              <a:t>If a question is about plugins: “Next chapter — collectors become modules with a manifest. The heartbeat path you saw stays the backbone.”</a:t>
            </a:r>
          </a:p>
          <a:p/>
          <a:p>
            <a:r>
              <a:t>If a question is about actions: “Lot 2. L0 agents reject task.v1 on purpose.”</a:t>
            </a:r>
          </a:p>
          <a:p/>
          <a:p>
            <a:r>
              <a:t>Thank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051560" cy="438912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658368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Commercial Bank Cameroon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85953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D0B335"/>
                </a:solidFill>
                <a:latin typeface="Calibri"/>
              </a:rPr>
              <a:t>IT Supervision  ·  Intern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CBC Supervision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How the core agent watches a host, talks to the platform,
and how operators see it on the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8E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2803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02352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Core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70916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8E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82803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102352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70916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A88E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82803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102352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1  / 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What we will cover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2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" y="162763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627632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7276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20617"/>
                </a:solidFill>
                <a:latin typeface="Calibri"/>
              </a:rPr>
              <a:t>Project in 3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2024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Why CBC is building this, and the three pieces of the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60320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81635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816352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7614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20617"/>
                </a:solidFill>
                <a:latin typeface="Calibri"/>
              </a:rPr>
              <a:t>The core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0896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Identity, telemetry, connection. No plugins — only the built-in heartbeat.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40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" y="4005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005072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5020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20617"/>
                </a:solidFill>
                <a:latin typeface="Calibri"/>
              </a:rPr>
              <a:t>Agent ↔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Enrolment, ping, heartbeat, buffering when the network is down.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37760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" y="519379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5193792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3892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20617"/>
                </a:solidFill>
                <a:latin typeface="Calibri"/>
              </a:rPr>
              <a:t>The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864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A simple tour: home, fleet, host detail,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1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Why this project exists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3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73152" cy="48463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499616"/>
            <a:ext cx="5074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828800"/>
            <a:ext cx="502920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CBC runs a mixed estate: Windows, Linux, and macOS — servers and agency workstations.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Supervision today is fragmented PowerShell scripts, each with its own JSON config.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No single picture of health. Incidents are found late. Configuration is done machine by machine.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Banking constraint: availability, audit, and ISO 27001 / COBAC gravity.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73152" cy="4846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499616"/>
            <a:ext cx="5074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The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1828800"/>
            <a:ext cx="502920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One Python agent per host, same binary on every OS.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One central platform that receives, stores, and evaluates health.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One web console so operators see the fleet, not a folder of scripts.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Lot 1 (this briefing) = see and collect. Lot 2 = act and automate. Lot 3 = AI assist.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Scale: ~128 hosts today, sized toward 500 for Lot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1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Three building blocks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4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36118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3611880" cy="109728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6916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D0B335"/>
                </a:solidFill>
                <a:latin typeface="Calibri"/>
              </a:rPr>
              <a:t>ON EVERY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011680"/>
            <a:ext cx="3108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651760"/>
            <a:ext cx="310896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A lightweight Python process. Collects CPU, RAM, disk, uptime. Identifies itself. Speaks HTTPS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417320"/>
            <a:ext cx="36118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17320"/>
            <a:ext cx="3611880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6916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IN THE DATACENTRE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011680"/>
            <a:ext cx="3108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651760"/>
            <a:ext cx="310896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FastAPI receiver. Validates messages, stores inventory and metrics, runs threshold rules, notifies by mail.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6118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417320"/>
            <a:ext cx="3611880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6916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IN THE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011680"/>
            <a:ext cx="3108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651760"/>
            <a:ext cx="310896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React console for Admin, Operator, and Viewer. Situation room, fleet, host detail,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1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Architecture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5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84831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Windows · Linux · macOS
1 agent each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36391" y="2240280"/>
            <a:ext cx="502920" cy="256032"/>
          </a:xfrm>
          <a:prstGeom prst="rightArrow">
            <a:avLst/>
          </a:prstGeom>
          <a:solidFill>
            <a:srgbClr val="D0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15544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1664208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TLS 443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084831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Outbound only
no inbound port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79592" y="2240280"/>
            <a:ext cx="502920" cy="256032"/>
          </a:xfrm>
          <a:prstGeom prst="rightArrow">
            <a:avLst/>
          </a:prstGeom>
          <a:solidFill>
            <a:srgbClr val="D0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20" y="15544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664208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2084831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E293B"/>
                </a:solidFill>
                <a:latin typeface="Calibri"/>
              </a:rPr>
              <a:t>FastAPI + Postgres
rules + alerts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22792" y="2240280"/>
            <a:ext cx="502920" cy="256032"/>
          </a:xfrm>
          <a:prstGeom prst="rightArrow">
            <a:avLst/>
          </a:prstGeom>
          <a:solidFill>
            <a:srgbClr val="D0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155448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664208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2084831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React dashboard
REST + WebSocket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49039"/>
            <a:ext cx="111556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862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What stays out of this talk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976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Plugins (CPU/disk as separate modules), log shipping, SNMP/network gear.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Remote actions (restart a service, run a command) — Lot 2. The core agent rejects them.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n8n automation, SSO, custom dashboards, PDF reports.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Today we stay on the built-in heartbeat: identity + CPU/RAM/disk/uptime.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0B335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core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One process per host. It knows who it is, measures the machine, and phones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6  / 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What the agent is — and is not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7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73152" cy="224028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499616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Exactly one per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828800"/>
            <a:ext cx="3246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 lock file refuses a second process. Two agents on one machine would double-count and confuse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73152" cy="224028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499616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Python, self-contained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1828800"/>
            <a:ext cx="3246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Same logic on Windows, Linux, macOS. Packaged so the host does not need a system Python.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37160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371600"/>
            <a:ext cx="73152" cy="224028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499616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Low footprint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828800"/>
            <a:ext cx="3246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Budget: under ~2% CPU on average and under 300 MB RAM. The agent reports its own CPU and RAM.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9476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94760"/>
            <a:ext cx="73152" cy="22402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3922776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No inbound 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251960"/>
            <a:ext cx="3246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It only makes outbound HTTPS calls to the platform (port 443). Firewalls stay closed.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79476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794760"/>
            <a:ext cx="73152" cy="22402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922776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Not a remote shell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251960"/>
            <a:ext cx="3246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The core agent (capability L0) collects. If a remote task arrives, it is rejected.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79476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794760"/>
            <a:ext cx="73152" cy="22402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922776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Not a plugin host — yet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251960"/>
            <a:ext cx="3246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Plugins exist in the codebase, but this briefing is the built-in collect + heartbeat path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How a host identifies itself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8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490472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490472"/>
            <a:ext cx="23317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D0B335"/>
                </a:solidFill>
                <a:latin typeface="Consolas"/>
              </a:rPr>
              <a:t>machine_id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472184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Stable UUID stored in .machine_id. Survives reboot. This is “the same computer”.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30552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295144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95144"/>
            <a:ext cx="23317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D0B335"/>
                </a:solidFill>
                <a:latin typeface="Consolas"/>
              </a:rPr>
              <a:t>hostname + 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76856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Human name and the address it currently uses. IP can change; machine_id must not.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3522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099816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99816"/>
            <a:ext cx="23317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D0B335"/>
                </a:solidFill>
                <a:latin typeface="Consolas"/>
              </a:rPr>
              <a:t>OS + 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081528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Windows / Linux / macOS and the release, so the fleet can be filtered.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39896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904488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904488"/>
            <a:ext cx="23317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D0B335"/>
                </a:solidFill>
                <a:latin typeface="Consolas"/>
              </a:rPr>
              <a:t>agent_version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886200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Today 1.1.0. Lets the platform spot obsolete agents.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445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709160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709160"/>
            <a:ext cx="23317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D0B335"/>
                </a:solidFill>
                <a:latin typeface="Consolas"/>
              </a:rPr>
              <a:t>machine_type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90872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server or workstation — different offline rules (a PC after 18:00 is not an incident).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34924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5513832"/>
            <a:ext cx="2331720" cy="402336"/>
          </a:xfrm>
          <a:prstGeom prst="roundRect">
            <a:avLst>
              <a:gd name="adj" fmla="val 20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513832"/>
            <a:ext cx="23317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D0B335"/>
                </a:solidFill>
                <a:latin typeface="Consolas"/>
              </a:rPr>
              <a:t>agent_id + auth_key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495544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Issued by the platform at enrolment. Used on every later request.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  · 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What the core agent measures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9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53312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53312"/>
            <a:ext cx="3611880" cy="914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5448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20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284C7"/>
                </a:solidFill>
                <a:latin typeface="Consolas"/>
              </a:rPr>
              <a:t>cpu_percent
cpu_cores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63347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Total utilisation over a 1-second sample, plus logical core 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353312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53312"/>
            <a:ext cx="3611880" cy="9144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55448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920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0B335"/>
                </a:solidFill>
                <a:latin typeface="Consolas"/>
              </a:rPr>
              <a:t>ram_percent
used / free / total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63347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From the OS: how full RAM is, not a guess.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353312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353312"/>
            <a:ext cx="3611880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55448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Disk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1920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59669"/>
                </a:solidFill>
                <a:latin typeface="Consolas"/>
              </a:rPr>
              <a:t>per-mount %
used / free / total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63347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Every filesystem of interest, not only C: or /.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22192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822192"/>
            <a:ext cx="361188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02336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Uptime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38912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97706"/>
                </a:solidFill>
                <a:latin typeface="Consolas"/>
              </a:rPr>
              <a:t>uptime_seconds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10235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Time since last boot. Reboots become visible.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822192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822192"/>
            <a:ext cx="3611880" cy="91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02336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Self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38912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E11D48"/>
                </a:solidFill>
                <a:latin typeface="Consolas"/>
              </a:rPr>
              <a:t>agent_cpu_percent
agent_ram_mb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510235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The agent watches itself so it cannot hide a leak.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822192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3822192"/>
            <a:ext cx="3611880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402336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38912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4155"/>
                </a:solidFill>
                <a:latin typeface="Consolas"/>
              </a:rPr>
              <a:t>ip, timestamp
config_version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510235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When, from where, and which config it thinks it has.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  · 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How a sample is taken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10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572768"/>
            <a:ext cx="621792" cy="621792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72768"/>
            <a:ext cx="621792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536192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Read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901952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psutil talks to the operating system: CPU, RAM, boot time, partitions.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14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715768"/>
            <a:ext cx="621792" cy="621792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15768"/>
            <a:ext cx="621792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79192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Shape the 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44952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Numbers are rounded, disks listed, timestamp set in UTC, identity fields added.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858768"/>
            <a:ext cx="621792" cy="621792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58768"/>
            <a:ext cx="621792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22192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Send or buffer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87952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If the platform answers: POST heartbeat. If not: write the sample to a local disk queue.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0060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001768"/>
            <a:ext cx="621792" cy="621792"/>
          </a:xfrm>
          <a:prstGeom prst="roundRect">
            <a:avLst>
              <a:gd name="adj" fmla="val 18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01768"/>
            <a:ext cx="621792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20617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65192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Platform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30952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Store the sample, refresh “last seen”, compare to thresholds, open or clear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  · 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How the agent reaches the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11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53312"/>
            <a:ext cx="548640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53312"/>
            <a:ext cx="73152" cy="489204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48132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Connection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810512"/>
            <a:ext cx="512064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Config key: server.url  (example https://supervision.cbc.cm)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Transport: HTTPS, TLS 1.2+, port 443.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tls_verify: true in production. false only in the lab with HTTP or a self-signed cert.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Timeout: 10 seconds per call. Failures increment a retry counter.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The agent never waits for the platform to call it. There is no agent TCP listener for this product.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53312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53312"/>
            <a:ext cx="73152" cy="48920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481328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What “integration” means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810512"/>
            <a:ext cx="49834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Not an ESB, not a VPN plugin, not an agent management console on the host.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Integration = the agent is a client of three REST endpoints: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  • POST /api/agents/enroll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  • POST /api/agents/ping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  • POST /api/agents/heartbeat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After enrolment, every call carries Authorization: &lt;auth_key&gt;.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The dashboard is a different client (JWT users). Agents and humans do not share the same login.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  · 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Enrolment — joining the fleet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12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53312"/>
            <a:ext cx="36118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" y="153619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36192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20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Admin, on the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65176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Opens Enrol a host.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Platform creates a one-time token with an expiry.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Token is given to the person installing the agent (or baked into a controlled install, never into the public binary).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353312"/>
            <a:ext cx="36118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98848" y="153619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536192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920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Agent, on the 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65176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Sends token + machine_id + hostname + OS + IP + machine_type.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No auth_key yet — this is the only unauthenticated agent call.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Retries with backoff (5s → 60s) if the platform is unreachable. The process does not exit.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353312"/>
            <a:ext cx="36118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3608" y="153619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536192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1920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20617"/>
                </a:solidFill>
                <a:latin typeface="Calibri"/>
              </a:rPr>
              <a:t>Platform, in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65176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Validates and consumes the token (cannot be reused).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Creates or updates the agent row by machine_id.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Returns agent_id + auth_key. Agent stores them in session.json and never prints the key in logs.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  · 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Two rhythms: ping and heartbeat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13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D0B335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325880"/>
            <a:ext cx="3931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Ping  (presence)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325880"/>
            <a:ext cx="3931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Heartbeat  (telemetry)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874519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74519"/>
            <a:ext cx="29260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Default interval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74519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10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874519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30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7"/>
            <a:ext cx="1115568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32887"/>
            <a:ext cx="29260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Endpoint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532887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POST /api/agents/ping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532887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POST /api/agents/heartbeat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91255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91255"/>
            <a:ext cx="29260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191255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Empty {}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191255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Full metrics payload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49623"/>
            <a:ext cx="1115568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49623"/>
            <a:ext cx="29260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849623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Am I still here?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849623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Here is my health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07991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07991"/>
            <a:ext cx="29260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Platform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507991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Touch last_seen, maybe clear “offline”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507991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Store sample, run CPU/RAM/disk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166359"/>
            <a:ext cx="1115568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66359"/>
            <a:ext cx="29260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20617"/>
                </a:solidFill>
                <a:latin typeface="Calibri"/>
              </a:rPr>
              <a:t>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166359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Cheap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166359"/>
            <a:ext cx="3931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Heavier (collect + write + rules)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2 · CORE AGENT  · 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When the platform is unreachable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14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2697480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645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14884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Collect → send
Platform ACKs
Buffer empty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09544" y="2651760"/>
            <a:ext cx="164592" cy="164592"/>
          </a:xfrm>
          <a:prstGeom prst="rightArrow">
            <a:avLst/>
          </a:prstGeom>
          <a:solidFill>
            <a:srgbClr val="D0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41732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417320"/>
            <a:ext cx="269748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45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Outage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14884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Collect continues
Samples written to
queue.jsonl on disk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89904" y="2651760"/>
            <a:ext cx="164592" cy="164592"/>
          </a:xfrm>
          <a:prstGeom prst="rightArrow">
            <a:avLst/>
          </a:prstGeom>
          <a:solidFill>
            <a:srgbClr val="D0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41732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2697480" cy="91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645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Caps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14884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Keep at most
500 MB or 24 hours
Oldest records drop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70264" y="2651760"/>
            <a:ext cx="164592" cy="164592"/>
          </a:xfrm>
          <a:prstGeom prst="rightArrow">
            <a:avLst/>
          </a:prstGeom>
          <a:solidFill>
            <a:srgbClr val="D0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141732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417320"/>
            <a:ext cx="2697480" cy="914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1645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2148840"/>
            <a:ext cx="2377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Checkout the queue
Replay heartbeats
Then resume live send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26280"/>
            <a:ext cx="11155680" cy="1691640"/>
          </a:xfrm>
          <a:prstGeom prst="roundRect">
            <a:avLst>
              <a:gd name="adj" fmla="val 6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091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0B335"/>
                </a:solidFill>
                <a:latin typeface="Calibri"/>
              </a:rPr>
              <a:t>Why this matters in a bank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 platform restart or WAN blip must not erase the last hours of CPU/disk history. The agent stays up, keeps sampling, and delivers the gap when the path is back. Replay is crash-safe: a kill during flush does not delete the batch.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0B335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Communication with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A small, explicit conversation. The agent speaks. The platform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15  / 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3 ·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The conversation — four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16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11155680" cy="438912"/>
          </a:xfrm>
          <a:prstGeom prst="roundRect">
            <a:avLst>
              <a:gd name="adj" fmla="val 4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98448"/>
            <a:ext cx="2148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298448"/>
            <a:ext cx="2148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98448"/>
            <a:ext cx="2148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Agent sends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298448"/>
            <a:ext cx="2148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Platform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298448"/>
            <a:ext cx="2148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83080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78308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020617"/>
                </a:solidFill>
                <a:latin typeface="Consolas"/>
              </a:rPr>
              <a:t>POST /api/agents/enroll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178308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Once (or after auth loss)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78308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Token +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8308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agent_id, auth_key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178308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Unauthenticated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51760"/>
            <a:ext cx="1115568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5176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020617"/>
                </a:solidFill>
                <a:latin typeface="Consolas"/>
              </a:rPr>
              <a:t>POST /api/agents/ping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65176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Every ~10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65176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Empty 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65176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status, server_time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5176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auth_key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20440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52044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020617"/>
                </a:solidFill>
                <a:latin typeface="Consolas"/>
              </a:rPr>
              <a:t>POST /api/agents/heartbeat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52044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Every ~30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52044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CPU/RAM/disk/uptime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52044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optional config push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52044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auth_key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389120"/>
            <a:ext cx="1115568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38912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020617"/>
                </a:solidFill>
                <a:latin typeface="Consolas"/>
              </a:rPr>
              <a:t>POST /api/agents/config/ack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38912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When config version changes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38912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version number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38912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200 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389120"/>
            <a:ext cx="21945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auth_key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Dashboard traffic is separate: operators use JWT on /api/agents, /api/alerts, WebSocket. The agent never uses a user password.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3 ·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Two sequences to remember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17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53312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53312"/>
            <a:ext cx="73152" cy="489204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481328"/>
            <a:ext cx="5212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A. First contact (enrolment)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810512"/>
            <a:ext cx="516636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1. Admin issues a one-time token.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2. Agent POST /enroll with token + machine_id.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3. Platform checks token, upserts the host.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4. Platform returns agent_id + auth_key.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5. Agent writes session.json and starts ping/heartbeat.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If the token is wrong or expired → 4xx, agent retries later. No silent join.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53312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53312"/>
            <a:ext cx="73152" cy="48920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481328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20617"/>
                </a:solidFill>
                <a:latin typeface="Calibri"/>
              </a:rPr>
              <a:t>B. Steady state (every 30 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810512"/>
            <a:ext cx="49834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1. Agent samples CPU / RAM / disk.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2. POST /heartbeat with Authorization.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3. Platform stores the row, updates last_communication.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4. Rules compare values to warning/critical thresholds.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5. Alerts open, stay, or clear. Mail if configured.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6. Dashboard sees the new last-seen and gauges (REST / live WS).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Between heartbeats, ping keeps last_seen fresh.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3 ·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Inside the platform, after a heartbeat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18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" y="157276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7276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27632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Receive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194560"/>
            <a:ext cx="32004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FastAPI authenticates the auth_key and parses the JSON 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37160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98848" y="157276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57276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627632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194560"/>
            <a:ext cx="32004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Agent row: last_communication, IP, self CPU/RAM, config version.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37160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3608" y="157276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57276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627632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194560"/>
            <a:ext cx="32004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Heartbeat row in PostgreSQL. Samples also written to the time-series store.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490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" y="395020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95020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005072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572000"/>
            <a:ext cx="32004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CPU / RAM / disk vs global or per-host thresholds. Offline if last_seen too old.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7490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98848" y="395020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95020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005072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Notify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572000"/>
            <a:ext cx="32004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New critical/major alerts can go out on the CBC Mail Service API.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7490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93608" y="395020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3950208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20617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005072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20617"/>
                </a:solidFill>
                <a:latin typeface="Calibri"/>
              </a:rPr>
              <a:t>Show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4572000"/>
            <a:ext cx="32004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Dashboard KPIs, fleet status, host charts, alert list refresh.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0B335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central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A situation room for operators — not a YAML editor.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19  / 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1695" cy="36576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E1C"/>
                </a:solidFill>
                <a:latin typeface="Calibri"/>
              </a:rPr>
              <a:t>4 ·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20617"/>
                </a:solidFill>
                <a:latin typeface="Calibri"/>
              </a:rPr>
              <a:t>Four screens, one 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475569"/>
                </a:solidFill>
                <a:latin typeface="Calibri"/>
              </a:rPr>
              <a:t>20  / 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527048"/>
            <a:ext cx="2148840" cy="67665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27048"/>
            <a:ext cx="2148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56232"/>
            <a:ext cx="2148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D0B335"/>
                </a:solidFill>
                <a:latin typeface="Calibri"/>
              </a:rPr>
              <a:t>Tableau de bord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527048"/>
            <a:ext cx="832104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Parc online/offline, open criticals, mail channel health, load trend, triage list. Admin can enrol a host from 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1460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715768"/>
            <a:ext cx="2148840" cy="67665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15768"/>
            <a:ext cx="2148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44952"/>
            <a:ext cx="2148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D0B335"/>
                </a:solidFill>
                <a:latin typeface="Calibri"/>
              </a:rPr>
              <a:t>Parc /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715768"/>
            <a:ext cx="832104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Every enrolled host: OS, status, last seen, CPU/RAM/disk gauges. Filter offline. Open a host.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0332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904488"/>
            <a:ext cx="2148840" cy="67665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04488"/>
            <a:ext cx="2148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33672"/>
            <a:ext cx="2148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D0B335"/>
                </a:solidFill>
                <a:latin typeface="Calibri"/>
              </a:rPr>
              <a:t>Détail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904488"/>
            <a:ext cx="832104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Identity, live gauges, metric history, this host’s alerts, thresholds. This is “why is this machine red?”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9204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093208"/>
            <a:ext cx="2148840" cy="676656"/>
          </a:xfrm>
          <a:prstGeom prst="roundRect">
            <a:avLst>
              <a:gd name="adj" fmla="val 12000"/>
            </a:avLst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93208"/>
            <a:ext cx="2148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22392"/>
            <a:ext cx="2148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D0B335"/>
                </a:solidFill>
                <a:latin typeface="Calibri"/>
              </a:rPr>
              <a:t>Alertes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093208"/>
            <a:ext cx="832104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Open / acknowledged / resolved. Severity. Ack with comment. The operator’s inbox.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D0B335"/>
                </a:solidFill>
                <a:latin typeface="Calibri"/>
              </a:rPr>
              <a:t>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Four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98755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CBC Supervision replaces scattered scripts with one agent, one platform, one console.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98755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The core agent identifies the host and measures CPU, RAM, disk, uptime — then phones home on TLS 443.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74720"/>
            <a:ext cx="98755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Enrolment issues a badge (agent_id + auth_key). Ping says “present”. Heartbeat says “here is my health”. If the path is down, samples wait on disk.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0B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20617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434840"/>
            <a:ext cx="98755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The dashboard is how humans see that health. It never talks to the agent; it always asks the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Questions?  ·  Out of scope today: plugins, logs, remote actions, n8n.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CBC Supervision  ·  Intern briefing  ·  Core agent &amp;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D0B335"/>
                </a:solidFill>
                <a:latin typeface="Calibri"/>
              </a:rPr>
              <a:t>21  /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